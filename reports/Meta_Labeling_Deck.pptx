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B2A4A"/>
                </a:solidFill>
              </a:defRPr>
            </a:pPr>
            <a:r>
              <a:t>Multi-Asset Meta-Labeling Research Pipeline</a:t>
            </a:r>
          </a:p>
          <a:p>
            <a:pPr>
              <a:spcBef>
                <a:spcPts val="1000"/>
              </a:spcBef>
              <a:defRPr sz="1800">
                <a:solidFill>
                  <a:srgbClr val="555B66"/>
                </a:solidFill>
              </a:defRPr>
            </a:pPr>
            <a:r>
              <a:t>A weekly, seven-sleeve global allocation framework  ·  research &amp; educational use only</a:t>
            </a:r>
          </a:p>
          <a:p>
            <a:pPr>
              <a:spcBef>
                <a:spcPts val="600"/>
              </a:spcBef>
              <a:defRPr sz="1600" b="1">
                <a:solidFill>
                  <a:srgbClr val="1F6FB2"/>
                </a:solidFill>
              </a:defRPr>
            </a:pPr>
            <a:r>
              <a:t>June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Objective &amp;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Allocate weekly across a diversified seven-sleeve global asset universe.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Split the two decisions a single model usually blurs: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M1 — direction: which assets to favour (simple, high recall)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M2 — conviction: is the view likely to pay, and how much to size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Meta-labeling design from systematic-PM literature (Lopez de Prado).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Principle: STATIC factors live in M1; DYNAMIC factors live in M2.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Two simple problems beat one hard one — M1 proposes, M2 filters and sizes.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 — static, linear directional model (momentum + trend only).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— dynamic, regime-aware meta-label (logistic regression):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sees momentum, trend, macro, volatility separately + regime features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weights factors differently across regimes (factor-timing)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Portfolio — benchmark-relative active weights, vol targeting, position caps, 2-layer costs.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Discipline — no look-ahead, 4-week macro lag, 4-week train/test embargo.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M1 is simple on purpose; all dynamic / regime intelligence is isolated in M2.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M1 — Static Directional Model: worked 3-asset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12w mom (z)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trend (z)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Technical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Tilt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S&amp;P 500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+0.99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+1.03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best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+10%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43.3%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+0.02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7-10Y Treasury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-1.01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worst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2843784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Score each factor, z-score across assets, rank, then tilt around the 1/7 benchmark. An underweight is an implicit short — no outright shorting needed.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M2 — Dynamic Meta-Label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Target — did M1's benchmark-relative bet pay over the next 4 weeks?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Model — logistic regression (simple by design), refit on a rolling ~12-month window.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Features — momentum, trend, macro, volatility (each separate) + regime (VIX, curve, credit, growth, inflation).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Output — P(success), converted into a sizing multiplier on the M1 tilt.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Evaluated with multiple methods — F1, AUC-ROC, AUC-PR, calibration — not just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M2 is where 'which factor works in which regime' is meant to be learned.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Universe &amp;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Sleeve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Index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Series used (free)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History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S&amp;P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^GSPC (index)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Developed Intl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MSCI EAFE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EFA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Emerging Mkts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MSCI 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EEM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2003+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Treasury 7-10Y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S&amp;P UST 7-10Y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IEF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High Yield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ICE BofA US 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HYG (ETF proxy)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2007+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Gold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GC=F (futures)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U.S. REITs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Nasdaq US REIT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FRED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4087368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42232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Free true-index history is short (HY index only 2023, MSCI EAFE/EM only 2012); we use the longest free series per sleeve. True long-history index needs Bloomberg.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Results — Strategy   (full sample 2000-2026; OOS from 2021)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Max DD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Sharpe (OOS)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Info Ratio (OOS)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Equal-Weight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Moderate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Institutional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M1-only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0.65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-22%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+0.18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M1 +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-0.00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M1 beats all baselines on risk-adjusted return and cuts drawdown the most (-22% vs -30%). Adding M2 makes every metric slightly worse.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Results — Walk-Forward   (Sharpe by window)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716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Window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Equal-Weight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M1-only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M1 + M2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2014-2016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2016-2018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2018-2020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B2A4A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2021-now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0.76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6FB2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3154680"/>
            <a:ext cx="11091672" cy="9144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9544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i="1">
                <a:solidFill>
                  <a:srgbClr val="1F6FB2"/>
                </a:solidFill>
              </a:defRPr>
            </a:pPr>
            <a:r>
              <a:t>What it means:  M1's edge over equal-weight is concentrated in 2021+, not uniform. Full-sample numbers flatter M1 than the regime-by-regime 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Key Finding — M2 Does Not Add Value Yet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M2's probabilities carry no information — realized success is flat across every predicted bucket: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predicted 0.14 → realized 0.44   |   predicted 0.82 → realized 0.43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AUC-ROC = 0.50 full / 0.46 out-of-sample — i.e. random, slightly worse OOS.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underperforms M1-only in every walk-forward window.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Held under both proxy and real macro data — robust, not a tuning artifact.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The meta-label as specified (per-asset, 4-week, benchmark-relative) extracts no conditional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Attribution — Factors &amp;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 decomposed into its two sub-signals (full-sample Sharpe):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momentum 0.61  ·  trend 0.65  ·  combined technical 0.65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Interaction is positive (+0.015) — momentum and trend reinforce, not redundant.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Cost layers (annualized): gross 6.48% → net of expense 6.39% → net of all 6.19%.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transaction cost (~29 bps) is a larger drag than the expense ratio (~9 bps)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The directional value is real and complementary; costs are modest and turnover-driven.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Research-grade data (free index / ETF-proxy series); true long-history index needs Bloomberg.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Historical simulation only — no capacity, market impact, borrow, or live execution.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M1's edge is regime-concentrated (recent), not uniform across history.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is not yet usable; its prediction target needs reformulation.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Some diagnostics are full-sample; production needs broader walk-forward / purged CV.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Solid on each step — we report what works and what does not, without overselling.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2A4A"/>
                </a:solidFill>
              </a:defRPr>
            </a:pPr>
            <a:r>
              <a:t>Questions for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3840480" cy="411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M2 reformulation — which direction?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a regime gate (scale total active risk down in stress), or</a:t>
            </a:r>
          </a:p>
          <a:p>
            <a:pPr lvl="1">
              <a:spcAft>
                <a:spcPts val="500"/>
              </a:spcAft>
              <a:defRPr sz="1400" b="0">
                <a:solidFill>
                  <a:srgbClr val="555B66"/>
                </a:solidFill>
              </a:defRPr>
            </a:pPr>
            <a:r>
              <a:t>–  a factor-timer (momentum vs trend by regime), or a different target / horizon?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Is the 4-week, benchmark-relative success label the right thing to predict?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M1's edge is recent-regime concentrated — acceptable, or do we need cross-regime robustness?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Data — prioritize Bloomberg true-index history (pre-2012)? Which sleeves first?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Universe — stay at 7, or add IG credit + broad commodity (9)?</a:t>
            </a:r>
          </a:p>
          <a:p>
            <a:pPr>
              <a:spcAft>
                <a:spcPts val="500"/>
              </a:spcAft>
              <a:defRPr sz="1700" b="1">
                <a:solidFill>
                  <a:srgbClr val="0B2A4A"/>
                </a:solidFill>
              </a:defRPr>
            </a:pPr>
            <a:r>
              <a:t>■  Benchmark / tracking-error budget for the information-ratio framing?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715000"/>
            <a:ext cx="11091672" cy="566928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789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1F6FB2"/>
                </a:solidFill>
              </a:defRPr>
            </a:pPr>
            <a:r>
              <a:t>Takeaway:  We are solid on M1 and the framework; M2's design is the open research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Multi-Asset Meta-Labeling  ·  June 18,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555B66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